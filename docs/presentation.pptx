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Road Segmentation</a:t>
            </a:r>
            <a:br/>
            <a:r>
              <a:t>from Satellite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ADCFC"/>
                </a:solidFill>
                <a:latin typeface="Calibri"/>
              </a:defRPr>
            </a:pPr>
            <a:r>
              <a:t>Hudhud ML Engineer — Map Gen AI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ADCFC"/>
                </a:solidFill>
                <a:latin typeface="Calibri"/>
              </a:defRPr>
            </a:pPr>
            <a:r>
              <a:t>Mina Essam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ADCFC"/>
                </a:solidFill>
                <a:latin typeface="Calibri"/>
              </a:defRPr>
            </a:pPr>
            <a:r>
              <a:t>wandb.ai/minaessam/road-segmentation  •  github.com/minaessam2015/road-segmentation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Extract road pixels from satellite images (DeepGlobe dataset, 1024×1024 RGB)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Binary semantic segmentation: road vs background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Severe class imbalance: roads are only ~4% of pixels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Thin, elongated structures sensitive to small prediction errors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Topology matters: a broken intersection makes the road network unusable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Deliverables: trained model + HTTP inference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Dataset &amp; EDA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6,226 training pairs (1024×1024 RGB + binary road mask)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Only train split has ground truth — valid/test have no masks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Mean road coverage: 4.3%, median: 2.15% — severe class imbalance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All masks binary, all dimensions consistent, no corrupted files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Road widths: ~10px (rural) to ~60px (highway)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EDA-Driven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Loss: BCE + Dice (not plain BCE)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Metric: IoU primary (not pixel accuracy)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Split: 85/15 stratified by coverage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Input: 512→1024 progressive training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Augmentations: flips, rotations, color jitter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Architecture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Preliminary comparison (1000 samples, 15 epochs)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U-Net + ResNet34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0.528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24.4M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LinkNet + ResNet34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21.8M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9 min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SegFormer + MIT-B2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0.485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24.7M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DeepLabV3+ + 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26.7M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Calibri"/>
              </a:defRPr>
            </a:pPr>
            <a:r>
              <a:t>Final choice: UNet++ + EfficientNet-B4 at 1024×1024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UNet++ dense skip connections preserve thin road features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EfficientNet-B4: NAS-optimized, better accuracy/param ratio than ResNet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Full 1024×1024 resolution — no downsampling, no detail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Training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YAML-configurable: 9 configs for different architectures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Mixed precision (AMP), gradient accumulation, 2-phase encoder freeze/unfreeze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BCE + Dice compound loss (handles 4% class imbalance)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Boundary-weighted loss fine-tuning (5× weight on road edges)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Cosine annealing LR with warm-up, AdamW optimizer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W&amp;B experiment tracking: real-time metrics, prediction images, confidence histograms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Colab-friendly: checkpoints on Google Drive, auto-resume on disconnect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Stratified train/val split (85/15) with separate seed for reproducibility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Final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1AE76"/>
                </a:solidFill>
                <a:latin typeface="Georgia"/>
              </a:defRPr>
            </a:pPr>
            <a:r>
              <a:t>0.7016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ADCFC"/>
                </a:solidFill>
                <a:latin typeface="Calibri"/>
              </a:defRPr>
            </a:pPr>
            <a:r>
              <a:t>Validation IoU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1AE76"/>
                </a:solidFill>
                <a:latin typeface="Georgia"/>
              </a:defRPr>
            </a:pPr>
            <a:r>
              <a:t>0.8246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ADCFC"/>
                </a:solidFill>
                <a:latin typeface="Calibri"/>
              </a:defRPr>
            </a:pPr>
            <a:r>
              <a:t>Validation 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ADCFC"/>
                </a:solidFill>
                <a:latin typeface="Calibri"/>
              </a:defRPr>
              <a:buChar char="•"/>
            </a:pPr>
            <a:r>
              <a:t>Architecture: UNet++ + EfficientNet-B4</a:t>
            </a:r>
          </a:p>
          <a:p>
            <a:pPr>
              <a:spcAft>
                <a:spcPts val="400"/>
              </a:spcAft>
              <a:defRPr sz="1300">
                <a:solidFill>
                  <a:srgbClr val="CADCFC"/>
                </a:solidFill>
                <a:latin typeface="Calibri"/>
              </a:defRPr>
              <a:buChar char="•"/>
            </a:pPr>
            <a:r>
              <a:t>Input: 1024×1024 (full resolution)</a:t>
            </a:r>
          </a:p>
          <a:p>
            <a:pPr>
              <a:spcAft>
                <a:spcPts val="400"/>
              </a:spcAft>
              <a:defRPr sz="1300">
                <a:solidFill>
                  <a:srgbClr val="CADCFC"/>
                </a:solidFill>
                <a:latin typeface="Calibri"/>
              </a:defRPr>
              <a:buChar char="•"/>
            </a:pPr>
            <a:r>
              <a:t>Training: 50 epochs, 5292 train / 934 val samples</a:t>
            </a:r>
          </a:p>
          <a:p>
            <a:pPr>
              <a:spcAft>
                <a:spcPts val="400"/>
              </a:spcAft>
              <a:defRPr sz="1300">
                <a:solidFill>
                  <a:srgbClr val="CADCFC"/>
                </a:solidFill>
                <a:latin typeface="Calibri"/>
              </a:defRPr>
              <a:buChar char="•"/>
            </a:pPr>
            <a:r>
              <a:t>Boundary loss fine-tuning: minimal additional gain (model well-calibrated)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Data Integrity — Leakage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DeepGlobe tiles cut from larger images — adjacent tiles may leak across splits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Analyzed top-K IoU samples using ResNet50 + CLIP ViT-B/32 embeddings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ResNet threshold 0.93: 39 leaky pairs flagged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CLIP threshold 0.96: 104 leaky pairs flagged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Combined (union): 123 unique leaky val samples (13%)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3200400"/>
          <a:ext cx="4572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Cleaned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Inflation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Conclusion: metrics slightly optimistic — report both values for transparency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Error Analysis &amp;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Per-sample IoU distribution: mean 0.694, median 0.71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FP vs FN balance: roughly equal — model not biased toward over/under-prediction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Performance by road coverage: sparse roads (&lt;2%) are harder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Performance by road width: thin roads (&lt;6px) have lower IoU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Spatial error heatmap: no edge artifacts detected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Calibration: reliability diagram + ECE computed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Temperature scaling tested for probability correction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Findings: model is well-calibrated, post-processing should be minimal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Post-Processing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Raw threshold (0.5)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Optimal threshold (0.45)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 Component filter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 Morph. 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-0.04%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 Morph. opening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+0.00%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 Gap bridging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TTA (6-fold)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0.7014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+0.65%*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Include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t>* TTA gain measured on 100-sample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Model produces clean predictions — minimal post-processing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Model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PyTorch FP32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145.6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1.00×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0.6835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PyTorch FP16/AMP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95.5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1.52×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ONNX FP32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135.7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1.07×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0.6835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80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ONNX 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78.3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1.86×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0.6835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40 MB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ONNX INT8 (CPU)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21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AE76"/>
                </a:solidFill>
                <a:latin typeface="Georgia"/>
              </a:defRPr>
            </a:pPr>
            <a:r>
              <a:t>Zero IoU loss across all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95C"/>
                </a:solidFill>
                <a:latin typeface="Calibri"/>
              </a:defRPr>
            </a:pPr>
            <a:r>
              <a:t>ONNX FP16 recommended for GPU production (1.86× speedup, half the size)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Inference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FastAPI with 4 endpoints: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    POST /api/v1/segment — upload image, get road mask + metadata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    GET /health — model status, disk space, GPU memory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    GET /api/v1/model-info — model version and config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    GET /metrics — Prometheus-compatible metrics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Supports PyTorch checkpoint and ONNX backends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Input validation: format checks, size limits, helpful error messages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Optional GeoJSON polyline output (skeletonization + graph extraction)</a:t>
            </a:r>
          </a:p>
          <a:p>
            <a:pPr>
              <a:spcAft>
                <a:spcPts val="400"/>
              </a:spcAft>
              <a:defRPr sz="1300">
                <a:solidFill>
                  <a:srgbClr val="21295C"/>
                </a:solidFill>
                <a:latin typeface="Calibri"/>
              </a:defRPr>
              <a:buChar char="•"/>
            </a:pPr>
            <a:r>
              <a:t>Configurable threshold via query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Structured JSON logging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X-Request-ID tracing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Inference audit trail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Prometheus /metrics endpoint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Latency p50/p95/p99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Error rate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CI/CD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GitHub Actions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Lint (ruff) → Unit tests (69) → Security scan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→ Docker build → E2E test with real model → Push to GHCR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Multi-stage build (builder + slim runtime)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Health check, volume mounts for models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docker-compose for single-command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822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Model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W&amp;B Artifacts: checkpoint + 3 ONNX variants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python scripts/download_model.py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Versioned, tagged, 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69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Config, transforms, models, losses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Post-processing pipeline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API endpoints (mocked + real model)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  <a:latin typeface="Calibri"/>
              </a:defRPr>
              <a:buChar char="•"/>
            </a:pPr>
            <a:r>
              <a:t>End-to-end: PyTorch → ONNX →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Production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Stateless service → horizontal scaling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Task queues for batch processing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Tiling with overlap for large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34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ONNX FP16: 78ms on T4 GPU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TensorRT potential: additional 2-3×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INT8 for CPU: 21 MB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Model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W&amp;B registry versioning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A/B testing, canary deploys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One-command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  <a:latin typeface="Calibri"/>
              </a:defRPr>
            </a:pPr>
            <a:r>
              <a:t>Data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63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Monitor input RGB statistics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Track prediction distributions</a:t>
            </a:r>
          </a:p>
          <a:p>
            <a:pPr>
              <a:spcAft>
                <a:spcPts val="400"/>
              </a:spcAft>
              <a:defRPr sz="1100">
                <a:solidFill>
                  <a:srgbClr val="21295C"/>
                </a:solidFill>
                <a:latin typeface="Calibri"/>
              </a:defRPr>
              <a:buChar char="•"/>
            </a:pPr>
            <a:r>
              <a:t>Calibration ECE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95C"/>
                </a:solidFill>
                <a:latin typeface="Georgia"/>
              </a:defRPr>
            </a:pPr>
            <a:r>
              <a:t>Analysis Pipeline — 7 Notebooks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Notebook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EDA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Data exploration, class imbalance, EDA-driven decisions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Model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4-architecture quick benchmark (1000 samples)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Full training with W&amp;B tracking + Drive checkpoints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Data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Train/val similarity (ResNet + CLIP embeddings)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Error 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Failure patterns, calibration, spatial errors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Post-Processing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Per-step ablation study (threshold, morphology, TTA)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95C"/>
                          </a:solidFill>
                          <a:latin typeface="Calibri"/>
                        </a:defRPr>
                      </a:pPr>
                      <a:r>
                        <a:t>ONNX export + speed/accuracy benchmark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End-to-end system: EDA → training → analysis → optimization → API → deployment</a:t>
            </a:r>
          </a:p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IoU 0.7016 on DeepGlobe (competitive with published results)</a:t>
            </a:r>
          </a:p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Production-ready: ONNX FP16 (78ms, zero accuracy loss), Docker, CI/CD</a:t>
            </a:r>
          </a:p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Thorough analysis: data leakage, calibration, error patterns, post-processing ablation</a:t>
            </a:r>
          </a:p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69 automated tests including end-to-end with real model weights</a:t>
            </a:r>
          </a:p>
          <a:p>
            <a:pPr>
              <a:spcAft>
                <a:spcPts val="400"/>
              </a:spcAft>
              <a:defRPr sz="1400">
                <a:solidFill>
                  <a:srgbClr val="CADCFC"/>
                </a:solidFill>
                <a:latin typeface="Calibri"/>
              </a:defRPr>
              <a:buChar char="•"/>
            </a:pPr>
            <a:r>
              <a:t>All experiments tracked on W&amp;B, models versioned in artifact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ADCFC"/>
                </a:solidFill>
                <a:latin typeface="Calibri"/>
              </a:defRPr>
            </a:pPr>
            <a:r>
              <a:t>github.com/minaessam2015/road-segmentation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